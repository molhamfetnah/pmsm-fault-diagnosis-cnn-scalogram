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جامعة حلب — كلية الهندسة الكهربائية والإلكترونية</a:t>
            </a:r>
            <a:r>
              <a:rPr/>
              <a:t> · </a:t>
            </a:r>
            <a:r>
              <a:rPr b="1"/>
              <a:t>قسم هندسة الميكاترونيكس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م. سعد المصطفى</a:t>
            </a:r>
            <a:r>
              <a:rPr/>
              <a:t> · السنة: </a:t>
            </a:r>
            <a:r>
              <a:rPr b="1"/>
              <a:t>السنة الرابعة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المحرك ونظام التحكّم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عضو ثابت (ملف ثلاثي الطور) + عضو دوّار مغناطيسي؛ يُقاد بعاكس تحت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حلقة التيّار </a:t>
            </a:r>
            <a:r>
              <a:rPr b="1"/>
              <a:t>ترفض الاضطرابات ← تُخفي بصمة العطل في التيّار</a:t>
            </a:r>
            <a:r>
              <a:rPr/>
              <a:t>.</a:t>
            </a:r>
          </a:p>
          <a:p>
            <a:pPr lvl="0"/>
            <a:r>
              <a:rPr/>
              <a:t>ولهذا </a:t>
            </a:r>
            <a:r>
              <a:rPr b="1"/>
              <a:t>يكشف الاهتزاز القِصَر بين اللفّات أفضل بكثير</a:t>
            </a:r>
            <a:r>
              <a:rPr/>
              <a:t> (نتيجتنا الأساسية).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مقابل نظائره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مقابل </a:t>
            </a:r>
            <a:r>
              <a:rPr b="1"/>
              <a:t>PMDC</a:t>
            </a:r>
            <a:r>
              <a:rPr/>
              <a:t>: نفس سهولة التحكّم بالعزم، لكن دون فُرَش ← صيانة أقل.</a:t>
            </a:r>
          </a:p>
          <a:p>
            <a:pPr lvl="0"/>
            <a:r>
              <a:rPr/>
              <a:t>مقابل </a:t>
            </a:r>
            <a:r>
              <a:rPr b="1"/>
              <a:t>BLDC</a:t>
            </a:r>
            <a:r>
              <a:rPr/>
              <a:t>: قوة دافعة جيبية + FOC ← عزم أنعم وكفاءة أعلى.</a:t>
            </a:r>
          </a:p>
          <a:p>
            <a:pPr lvl="0"/>
            <a:r>
              <a:rPr/>
              <a:t>مقابل </a:t>
            </a:r>
            <a:r>
              <a:rPr b="1"/>
              <a:t>الحثّي</a:t>
            </a:r>
            <a:r>
              <a:rPr/>
              <a:t>: لا تيّار/انزلاق في العضو الدوّار ← كفاءة وكثافة عزم أعلى.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كشف العطل — اليوم مقابل هذا العمل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يدوي/خارج الخط (حراري، </a:t>
            </a:r>
            <a:r>
              <a:rPr b="1"/>
              <a:t>Megger</a:t>
            </a:r>
            <a:r>
              <a:rPr/>
              <a:t>، موجة صاعقة) ← يتطلّب إيقافاً، دوري.</a:t>
            </a:r>
          </a:p>
          <a:p>
            <a:pPr lvl="0"/>
            <a:r>
              <a:rPr/>
              <a:t>متّصل MCSA/اهتزاز FFT ← عتبات ثابتة، يخدعها الحِمل/السرعة.</a:t>
            </a:r>
          </a:p>
          <a:p>
            <a:pPr lvl="0"/>
            <a:r>
              <a:rPr b="1"/>
              <a:t>مخطط CWT + CNN</a:t>
            </a:r>
            <a:r>
              <a:rPr/>
              <a:t> ← يتعلّم الخصائص، متين، يكشف </a:t>
            </a:r>
            <a:r>
              <a:rPr b="1"/>
              <a:t>أبكر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2026-06-24T11:08:14Z</dcterms:created>
  <dcterms:modified xsi:type="dcterms:W3CDTF">2026-06-24T11:08:14Z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