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Aleppo University — Faculty of Electrical &amp; Electronic Engineering</a:t>
            </a:r>
            <a:r>
              <a:rPr/>
              <a:t> · </a:t>
            </a:r>
            <a:r>
              <a:rPr b="1"/>
              <a:t>Department of Mechatronics Engineering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Eng. Saad Almoustafa</a:t>
            </a:r>
            <a:r>
              <a:rPr/>
              <a:t> · Year: </a:t>
            </a:r>
            <a:r>
              <a:rPr b="1"/>
              <a:t>Fourth Year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&amp; control system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Stator (3-phase winding) + PM rotor; driven by an </a:t>
            </a:r>
            <a:r>
              <a:rPr b="1"/>
              <a:t>inverter</a:t>
            </a:r>
            <a:r>
              <a:rPr/>
              <a:t> under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The current loop </a:t>
            </a:r>
            <a:r>
              <a:rPr b="1"/>
              <a:t>rejects disturbances → it masks the fault in the current</a:t>
            </a:r>
            <a:r>
              <a:rPr/>
              <a:t>.</a:t>
            </a:r>
          </a:p>
          <a:p>
            <a:pPr lvl="0"/>
            <a:r>
              <a:rPr/>
              <a:t>That is </a:t>
            </a:r>
            <a:r>
              <a:rPr i="1"/>
              <a:t>why vibration detects inter-turn faults far better</a:t>
            </a:r>
            <a:r>
              <a:rPr/>
              <a:t> (our key result).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vs its relatives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vs </a:t>
            </a:r>
            <a:r>
              <a:rPr b="1"/>
              <a:t>PMDC</a:t>
            </a:r>
            <a:r>
              <a:rPr/>
              <a:t>: same easy torque control, but no brushes → less maintenance.</a:t>
            </a:r>
          </a:p>
          <a:p>
            <a:pPr lvl="0"/>
            <a:r>
              <a:rPr/>
              <a:t>vs </a:t>
            </a:r>
            <a:r>
              <a:rPr b="1"/>
              <a:t>BLDC</a:t>
            </a:r>
            <a:r>
              <a:rPr/>
              <a:t>: sinusoidal back-EMF + FOC → smoother torque, higher efficiency.</a:t>
            </a:r>
          </a:p>
          <a:p>
            <a:pPr lvl="0"/>
            <a:r>
              <a:rPr/>
              <a:t>vs </a:t>
            </a:r>
            <a:r>
              <a:rPr b="1"/>
              <a:t>Induction</a:t>
            </a:r>
            <a:r>
              <a:rPr/>
              <a:t>: no rotor current/slip → higher efficiency &amp; torque density.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Detecting the fault — today vs this work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Manual/offline (thermal, </a:t>
            </a:r>
            <a:r>
              <a:rPr b="1"/>
              <a:t>Megger</a:t>
            </a:r>
            <a:r>
              <a:rPr/>
              <a:t>, surge) → need shutdown, periodic.</a:t>
            </a:r>
          </a:p>
          <a:p>
            <a:pPr lvl="0"/>
            <a:r>
              <a:rPr/>
              <a:t>Online MCSA/vibration FFT → fixed thresholds, fooled by load/speed.</a:t>
            </a:r>
          </a:p>
          <a:p>
            <a:pPr lvl="0"/>
            <a:r>
              <a:rPr b="1"/>
              <a:t>CWT scalogram + CNN</a:t>
            </a:r>
            <a:r>
              <a:rPr/>
              <a:t> → learns features, robust, detects </a:t>
            </a:r>
            <a:r>
              <a:rPr b="1"/>
              <a:t>earlier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2026-06-24T13:10:24Z</dcterms:created>
  <dcterms:modified xsi:type="dcterms:W3CDTF">2026-06-24T13:10:24Z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