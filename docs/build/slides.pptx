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Mulham Fetna · Mohammad Zein Qabbani</a:t>
            </a:r>
          </a:p>
          <a:p>
            <a:pPr lvl="0" indent="0" marL="0">
              <a:buNone/>
            </a:pPr>
            <a:r>
              <a:rPr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w:1000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w:900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2026-06-21T16:41:55Z</dcterms:created>
  <dcterms:modified xsi:type="dcterms:W3CDTF">2026-06-21T16:41:55Z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